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0000" y="1270000"/>
            <a:ext cx="254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latin typeface="宋体"/>
              </a:rPr>
              <a:t>文本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635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/>
  </p:timing>
  <p:transition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0000" y="1270000"/>
            <a:ext cx="254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latin typeface="宋体"/>
              </a:rPr>
              <a:t>文本</a:t>
            </a:r>
          </a:p>
        </p:txBody>
      </p:sp>
    </p:spTree>
  </p:cSld>
  <p:clrMapOvr>
    <a:masterClrMapping/>
  </p:clrMapOvr>
  <p:timing>
    <p:tnLst/>
  </p:timing>
  <p:transition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0000" y="1270000"/>
            <a:ext cx="254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latin typeface="宋体"/>
              </a:rPr>
              <a:t>文本</a:t>
            </a:r>
          </a:p>
        </p:txBody>
      </p:sp>
    </p:spTree>
  </p:cSld>
  <p:clrMapOvr>
    <a:masterClrMapping/>
  </p:clrMapOvr>
  <p:timing>
    <p:tnLst/>
  </p:timing>
  <p:transition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0000" y="1270000"/>
            <a:ext cx="254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latin typeface="宋体"/>
              </a:rPr>
              <a:t>文本</a:t>
            </a:r>
          </a:p>
        </p:txBody>
      </p:sp>
    </p:spTree>
  </p:cSld>
  <p:clrMapOvr>
    <a:masterClrMapping/>
  </p:clrMapOvr>
  <p:timing>
    <p:tnLst/>
  </p:timing>
  <p:transition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0000" y="1270000"/>
            <a:ext cx="254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latin typeface="宋体"/>
              </a:rPr>
              <a:t>文本</a:t>
            </a:r>
          </a:p>
        </p:txBody>
      </p:sp>
    </p:spTree>
  </p:cSld>
  <p:clrMapOvr>
    <a:masterClrMapping/>
  </p:clrMapOvr>
  <p:timing>
    <p:tnLst/>
  </p:timing>
  <p:transition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0000" y="1270000"/>
            <a:ext cx="254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latin typeface="宋体"/>
              </a:rPr>
              <a:t>文本</a:t>
            </a:r>
          </a:p>
        </p:txBody>
      </p:sp>
    </p:spTree>
  </p:cSld>
  <p:clrMapOvr>
    <a:masterClrMapping/>
  </p:clrMapOvr>
  <p:timing>
    <p:tnLst/>
  </p:timing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